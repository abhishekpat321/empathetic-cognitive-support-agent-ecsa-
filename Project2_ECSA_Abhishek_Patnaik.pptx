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2" d="100"/>
          <a:sy n="62" d="100"/>
        </p:scale>
        <p:origin x="1400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Empathetic Cognitive Support Agent (ECSA)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AI-Powered Intelligent Customer Support Chatbot</a:t>
            </a:r>
          </a:p>
          <a:p>
            <a:pPr lvl="1"/>
            <a:r>
              <a:t>Artificial Intelligence Capstone Project</a:t>
            </a:r>
          </a:p>
          <a:p>
            <a:pPr lvl="1"/>
            <a:r>
              <a:t>Abhishek Patnaik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Traditional chatbots lack emotional intelligence.</a:t>
            </a:r>
          </a:p>
          <a:p>
            <a:pPr lvl="1"/>
            <a:r>
              <a:t>Rigid systems fail to adapt tone dynamically.</a:t>
            </a:r>
          </a:p>
          <a:p>
            <a:pPr lvl="1"/>
            <a:r>
              <a:t>Need for context-aware and human-like AI support.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Develop transformer-based intent detection.</a:t>
            </a:r>
          </a:p>
          <a:p>
            <a:pPr lvl="1"/>
            <a:r>
              <a:t>Implement emotion-aware adaptive responses.</a:t>
            </a:r>
          </a:p>
          <a:p>
            <a:pPr lvl="1"/>
            <a:r>
              <a:t>Integrate confidence-based escalation logic.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 Input Processing</a:t>
            </a:r>
          </a:p>
          <a:p>
            <a:pPr lvl="1"/>
            <a:r>
              <a:t>Intent Detection (Transformer Model)</a:t>
            </a:r>
          </a:p>
          <a:p>
            <a:pPr lvl="1"/>
            <a:r>
              <a:t>Emotion Analysis (Sentiment Layer)</a:t>
            </a:r>
          </a:p>
          <a:p>
            <a:pPr lvl="1"/>
            <a:r>
              <a:t>Adaptive Response Engine</a:t>
            </a:r>
          </a:p>
          <a:p>
            <a:pPr lvl="1"/>
            <a:r>
              <a:t>Confidence Evaluation &amp; Escalation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Python</a:t>
            </a:r>
          </a:p>
          <a:p>
            <a:pPr lvl="1"/>
            <a:r>
              <a:t>Google Colab</a:t>
            </a:r>
          </a:p>
          <a:p>
            <a:pPr lvl="1"/>
            <a:r>
              <a:t>Sentence-Transformers</a:t>
            </a:r>
          </a:p>
          <a:p>
            <a:pPr lvl="1"/>
            <a:r>
              <a:t>TextBlob</a:t>
            </a:r>
          </a:p>
          <a:p>
            <a:pPr lvl="1"/>
            <a:r>
              <a:t>NumPy &amp; Pandas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Intent Detection Mechanism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 query converted to embeddings.</a:t>
            </a:r>
          </a:p>
          <a:p>
            <a:pPr lvl="1"/>
            <a:r>
              <a:t>Cosine similarity for semantic matching.</a:t>
            </a:r>
          </a:p>
          <a:p>
            <a:pPr lvl="1"/>
            <a:r>
              <a:t>Highest similarity determines intent class.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Emotion Detection Layer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Sentiment polarity analysis.</a:t>
            </a:r>
          </a:p>
          <a:p>
            <a:pPr lvl="1"/>
            <a:r>
              <a:t>Classified as Positive / Neutral / Negative.</a:t>
            </a:r>
          </a:p>
          <a:p>
            <a:pPr lvl="1"/>
            <a:r>
              <a:t>Tone adapts based on detected emotion.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Adaptive Response Engine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Emotion-based tone selection.</a:t>
            </a:r>
          </a:p>
          <a:p>
            <a:pPr lvl="1"/>
            <a:r>
              <a:t>Context-aware reply generation.</a:t>
            </a:r>
          </a:p>
          <a:p>
            <a:pPr lvl="1"/>
            <a:r>
              <a:t>Human-like conversational behavior.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Confidence-Based Escalation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Similarity score calculated.</a:t>
            </a:r>
          </a:p>
          <a:p>
            <a:pPr lvl="1"/>
            <a:r>
              <a:t>If confidence &lt; threshold → escalate to human.</a:t>
            </a:r>
          </a:p>
          <a:p>
            <a:pPr lvl="1"/>
            <a:r>
              <a:t>Prevents incorrect automated guidance.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Humanization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Typing simulation effect.</a:t>
            </a:r>
          </a:p>
          <a:p>
            <a:pPr lvl="1"/>
            <a:r>
              <a:t>Emotionally empathetic wording.</a:t>
            </a:r>
          </a:p>
          <a:p>
            <a:pPr lvl="1"/>
            <a:r>
              <a:t>Conversational continuity handling.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Sample Conversation Output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Live chatbot interaction with emotion detection.</a:t>
            </a:r>
          </a:p>
          <a:p>
            <a:pPr lvl="1"/>
            <a:r>
              <a:t>Confidence score displayed with each reply.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Performance Highlights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Semantic understanding using transformers.</a:t>
            </a:r>
          </a:p>
          <a:p>
            <a:pPr lvl="1"/>
            <a:r>
              <a:t>Emotion-aware intelligent adaptation.</a:t>
            </a:r>
          </a:p>
          <a:p>
            <a:pPr lvl="1"/>
            <a:r>
              <a:t>Dynamic decision-making capability.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Implementation Link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Google Colab Notebook:</a:t>
            </a:r>
          </a:p>
          <a:p>
            <a:pPr lvl="1"/>
            <a:r>
              <a:t>https://colab.research.google.com/drive/1KDilDkwq7lM0Jxg9qbi9u-k9BO-MwOIe?usp=sharing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E-commerce platforms</a:t>
            </a:r>
          </a:p>
          <a:p>
            <a:pPr lvl="1"/>
            <a:r>
              <a:t>Banking customer support</a:t>
            </a:r>
          </a:p>
          <a:p>
            <a:pPr lvl="1"/>
            <a:r>
              <a:t>Technical support systems</a:t>
            </a:r>
          </a:p>
          <a:p>
            <a:pPr lvl="1"/>
            <a:r>
              <a:t>Enterprise helpdesk automation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Enhances user satisfaction using Emotional AI.</a:t>
            </a:r>
          </a:p>
          <a:p>
            <a:pPr lvl="1"/>
            <a:r>
              <a:t>Can be deployed as web or API service.</a:t>
            </a:r>
          </a:p>
          <a:p>
            <a:pPr lvl="1"/>
            <a:r>
              <a:t>Future: Add multilingual &amp; voice interaction.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281</Words>
  <Application>Microsoft Office PowerPoint</Application>
  <PresentationFormat>On-screen Show (4:3)</PresentationFormat>
  <Paragraphs>63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Empathetic Cognitive Support Agent (ECSA)</vt:lpstr>
      <vt:lpstr>Problem Statement</vt:lpstr>
      <vt:lpstr>Project Objective</vt:lpstr>
      <vt:lpstr>System Architecture</vt:lpstr>
      <vt:lpstr>Technology Stack</vt:lpstr>
      <vt:lpstr>Intent Detection Mechanism</vt:lpstr>
      <vt:lpstr>Emotion Detection Layer</vt:lpstr>
      <vt:lpstr>Adaptive Response Engine</vt:lpstr>
      <vt:lpstr>Confidence-Based Escalation</vt:lpstr>
      <vt:lpstr>Humanization Features</vt:lpstr>
      <vt:lpstr>Sample Conversation Output</vt:lpstr>
      <vt:lpstr>Performance Highlights</vt:lpstr>
      <vt:lpstr>Project Implementation Link</vt:lpstr>
      <vt:lpstr>Applications</vt:lpstr>
      <vt:lpstr>Conclusion &amp; Future Scope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ABHISHEK PATNAIK</cp:lastModifiedBy>
  <cp:revision>2</cp:revision>
  <dcterms:created xsi:type="dcterms:W3CDTF">2013-01-27T09:14:16Z</dcterms:created>
  <dcterms:modified xsi:type="dcterms:W3CDTF">2026-02-24T10:04:22Z</dcterms:modified>
  <cp:category/>
</cp:coreProperties>
</file>